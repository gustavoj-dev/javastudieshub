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731520"/>
            <a:ext cx="2194560" cy="2194560"/>
          </a:xfrm>
          <a:prstGeom prst="rect">
            <a:avLst/>
          </a:prstGeom>
          <a:solidFill>
            <a:srgbClr val="7C3AED">
              <a:alpha val="8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097280"/>
            <a:ext cx="1737360" cy="1737360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1463040"/>
            <a:ext cx="1188720" cy="1188720"/>
          </a:xfrm>
          <a:prstGeom prst="rect">
            <a:avLst/>
          </a:prstGeom>
          <a:solidFill>
            <a:srgbClr val="EC4899">
              <a:alpha val="28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420624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" y="777240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20624" y="158191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Fluxo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20624" y="2350008"/>
            <a:ext cx="6492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Java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420624" y="3090672"/>
            <a:ext cx="5029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200400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• for • while • do-while • Scanner • Debugger • 17 Exercícios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" y="35844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switch ao Scanner — com 17 exercícios de código práticos integrados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65376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65376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0128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44384" y="3977640"/>
            <a:ext cx="1371600" cy="274320"/>
          </a:xfrm>
          <a:prstGeom prst="roundRect">
            <a:avLst/>
          </a:prstGeom>
          <a:solidFill>
            <a:srgbClr val="7C3AED">
              <a:alpha val="3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44384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0624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65376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65376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10128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44384" y="4306824"/>
            <a:ext cx="1371600" cy="274320"/>
          </a:xfrm>
          <a:prstGeom prst="roundRect">
            <a:avLst/>
          </a:prstGeom>
          <a:solidFill>
            <a:srgbClr val="EC4899">
              <a:alpha val="30000"/>
            </a:srgbClr>
          </a:solidFill>
          <a:ln w="635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44384" y="4306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Aprendizado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19456" y="1097280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9456" y="109728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9536" y="11155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(Tradicional e Avançado)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33502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com colon, fall-through, switch expression, yield — Exercícios 13 e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" y="1636776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" y="163677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16550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for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9536" y="187452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break, continue, primos, desafios — Exercícios 15, 16, 22, 26, 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" y="2176272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" y="2176272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" y="21945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while e do-while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9536" y="2414016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Diferenças, recap, casos de uso — Exercícios 17, 18, 19, 20, 21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" y="2715768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2715768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59536" y="273405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 Variáveis Locais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" y="2953512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em blocos, for, switch, boas práticas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19456" y="3255264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9456" y="3255264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" y="327355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Objetos e Campos Static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" y="3493008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básicos de OOP para uso do Scanner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" y="3794760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" y="3794760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9536" y="38130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e Tratamento de Exceções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" y="4032504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console, try-catch, parsing — Exercícios 23, 24, 25, 28, 29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9456" y="4334256"/>
            <a:ext cx="502920" cy="393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" y="4334256"/>
            <a:ext cx="502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9536" y="43525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0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e Desafios Finais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59536" y="45720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Debugger, soma 3 e 5, min/max, soma dígitos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— Tradicional e Avançado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statement, fall-through, enhanced switch expression, yield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switch?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switch permite executar diferentes blocos de código baseado no valor de uma variável.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828800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mais elegante que múltiplos if-else quando testamos o ESTADO de uma variável.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542032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aceitos: byte, short, int, char, String, enum — NÃO aceita long, float, double ou boolean.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3255264"/>
            <a:ext cx="8503920" cy="6062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Fall-through: sem break, a execução 'cai' para o próximo case automaticamente.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3922776"/>
            <a:ext cx="8631936" cy="627644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59352"/>
            <a:ext cx="8412480" cy="58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 com fall-through acidental — sempre adicione break ao final de cada case, a menos que o fall-through seja intencional!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Tradicional vs. Enhanced switch Expression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14+ recomenda o enhanced switch com -&gt;. Java clássico usa : com break: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444752"/>
            <a:ext cx="8705088" cy="2331720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444752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339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Tradicional (colon : + break — necessário em código legado):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(diaSemana)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System.out.println("Segunda"); break;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System.out.println("Terça");   break;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 System.out.println("Outro dia"); break;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Enhanced switch EXPRESSION (seta -&gt; , sem break, retorna valor):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nomeDia = switch (diaSemana)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0 -&gt; "Domingo";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1 -&gt; "Segunda";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2 -&gt; "Terça";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3 -&gt; "Quarta";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4 -&gt; "Quinta";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5 -&gt; "Sexta";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6 -&gt; "Sábado";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-&gt; "Dia inválido";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" y="3922776"/>
            <a:ext cx="8705088" cy="676656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995928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yield quando o case do enhanced switch precisa de um bloco {} com múltiplas linhas antes de retornar o valor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— quando usar no switch expression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é necessário quando o case usa bloco {} e precisa retornar um valor: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5270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5636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resultado = switch (valor) {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9842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0208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1 -&gt; "Simples";              // sem bloco: sem yield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4414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4780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2 -&gt; {                        // com bloco: yield obrigatório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28986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9352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msg = "Calculando...";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3558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3924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System.out.println(msg);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38130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8496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"Calculado";            // yield retorna o valor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" y="42702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43068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" y="47274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7640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 -&gt; "Desconhecido";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51846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52212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" y="5641848"/>
            <a:ext cx="8631936" cy="402336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678424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Condições para usar yield: (1) switch usado como EXPRESSION e (2) case usa bloco {}.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de Números por Extenso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que receba um inteiro de 0 a 9 e retorne sua representação por extenso.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 (tradicional ou enhanced) para mapear cada dígito: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"zero" | 1 → "um" | 2 → "dois" | ... | 9 → "nove"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" y="31272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qualquer valor fora de 0–9, retorne a String "número inválido".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enhanced switch com -&gt; é muito mais conciso para este caso!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do Mês com Consideração de Ano Bissexto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getDaysInMonth(int mes, int ano) que retorne quantos dias o mês tem.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switch para tratar os meses com 30, 31 dias e fevereiro separadamente.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Fevereiro bissexto = 29 dias | Fevereiro normal = 28 dias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 bissexto: (ano % 4 == 0 &amp;&amp; ano % 100 != 0) || (ano % 400 == 0)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mês inválido (&lt; 1 ou &gt; 12), retorne -1.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fall-through proposital no switch para agrupar meses com 30 dias!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Laço for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break, continue, números primos e desafios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instrução for — estrutura e partes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repete um bloco de código até que uma condição se torne falsa.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9105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partes declaradas em parênteses, separadas por ponto e vírgula: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66544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Inicialização: executa UMA vez antes do loop começar — geralmente declara variável de controle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542032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Condição: verificada ANTES de cada iteração — quando false, encerra o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3017520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Incremento/Iteração: executa APÓS cada iteração — geralmente incrementa a variável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3447288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3483864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1; i &lt; 7; i += 2) {   // i: 1, 3, 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3922776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3959352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System.out.println("i = " + i);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4398264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4434840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4873752"/>
            <a:ext cx="8631936" cy="418429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910328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Cuidado com loop infinito — se a condição NUNCA se tornar false, o programa trava!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 e o comando for na prática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sai do loop; continue pula para a próxima iteração; ambos interrompem o fluxo normal: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444752"/>
            <a:ext cx="8705088" cy="2331720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444752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339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— sai imediatamente do loop: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100;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== 5) break;  // para ao chegar em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  // imprime 0, 1, 2, 3, 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continue — pula a iteração atual, mas continua o loop: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&lt;= 10; i++)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 % 2 != 0) continue;  // pula ímpares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  // imprime 0, 2, 4, 6, 8,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Desafio Soma 3 e 5 — primos divisíveis por ambos: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soma = 0, contador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= 1; n &lt;= 1000; n++)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% 3 == 0 &amp;&amp; n % 5 == 0)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soma += n;  contador++;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(contador == 5) break;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" y="3922776"/>
            <a:ext cx="8705088" cy="676656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995928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desafio Soma 3 e 5: encontra os 5 primeiros números de 1-1000 divisíveis por 3 E 5, soma-os e exibe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Somando Números Ímpares em um Intervalo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sumOdd(int start, int end) que some todos os números ÍMPARES no intervalo [start, end].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start &gt; end ou se ambos forem negativos, retorne -1 (entrada inválida).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sumOdd(1, 100)  → 2500  (1+3+5+...+99)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sumOdd(0, 5)    → 9     (1+3+5)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n % 2 != 0 para verificar se n é ímpar dentro do for loop!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Identificando Números Palíndromos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isPalindrome(int number) que retorne true se o número for palíndromo.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palíndromo lido de frente e de trás é igual: 121, 1331, 12321.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26700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negativos e de um único dígito: trate corretamente.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isPalindrome(121)   → true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isPalindrome(1221)  → true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isPalindrome(123)   → false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44622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4988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inverta os dígitos com % 10 e / 10 em loop e compare com o número original!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Divisor Comum (MDC/GCD)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getGreatestCommonDivisor(int first, int second) que retorne o MDC.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algum dos argumentos for menor que 10,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GCD(12, 30) → 6  |  GCD(100, 25) → 25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" y="31272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Algoritmo de Euclides (eficiente):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(b != 0) { int temp = b; b = a % b; a = temp; 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o MDC de a e b é o MDC de b e (a % b) — repita até b ser 0, aí o MDC é a!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Fator Primo de um Número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getLargestPrime(int number) que retorne o maior fator primo.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número for &lt; 2,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getLargestPrime(21)  → 7  (21 = 3 × 7)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getLargestPrime(217) → 31  (217 = 7 × 31)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 repetidamente por fatores começando em 2, guardando o último.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divida number por i enquanto number % i == 0, incrementando i até number == 1!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Diagonal de Estrelas com Loops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printSquareStar(int size) que imprima um quadrado de estrelas com diagonal.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size &lt; 5, imprima mensagem de erro e não desenhe nada.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. . . ★    ← borda superior e diagonal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★ . ★ ★    ← bordas laterais + diagonal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. ★ . ★    ← centro: borda + diagonal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" y="4041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Regras: estrela em primeira/última coluna, primeira/última linha, ou na diagonal (i==j ou i+j==size-1).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44622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44988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dois for aninhados (linha i, coluna j) e verifique cada condição com if!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Laços while e do-while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baseados em condição, recap, continue e break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vs. do-while — a diferença fundamental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repetem código baseado em condição — mas diferem em QUANDO checam: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627632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verifica a condição ANTES de executar o bloco (pode nunca executar se false de início)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093976"/>
            <a:ext cx="8631936" cy="45061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2130552"/>
            <a:ext cx="8375904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(condicao) { corpo; }  // 0 ou mais execuções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2651760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do-while: executa o bloco PRIMEIRO, depois verifica a condição (executa pelo menos 1 vez)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3118104"/>
            <a:ext cx="8631936" cy="45061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3154680"/>
            <a:ext cx="8375904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 corpo; } while (condicao);  // 1 ou mais execuções — note o ; final!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" y="3675888"/>
            <a:ext cx="8503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 do-while: quando você PRECISA executar ao menos uma vez (ex: menu de usuário).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4142232"/>
            <a:ext cx="8631936" cy="450616"/>
          </a:xfrm>
          <a:prstGeom prst="rect">
            <a:avLst/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178808"/>
            <a:ext cx="8412480" cy="419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Prefira for quando souber quantas iterações haverá; prefira while/do-while quando depender de condição.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while, do-while e uso de continue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pula para a próxima iteração sem sair do loop — útil para filtrar valores: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444752"/>
            <a:ext cx="8705088" cy="2331720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444752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339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while — executa enquanto condição for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number = 0;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(number &lt; 15)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number++;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(number &lt;= 5) continue;    // pula os 5 primeiros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(number &gt;= 10) break;      // para ao chegar em 10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System.out.println(number);   // imprime 6, 7, 8, 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do-while — útil para menus (executa ao menos uma vez):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opcao;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System.out.println("1-Iniciar  2-Config  0-Sair");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opcao = scanner.nextInt();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processarOpcao(opcao);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while (opcao != 0);  // continua até o usuário escolher sair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" y="3922776"/>
            <a:ext cx="8705088" cy="676656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995928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Loop infinito intencional: while (true) { ... if (condicao) break; } — útil quando não se sabe de antemão quantas iterações haverá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Primeiro e Último Dígito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sumFirstAndLastDigit(int number) que some o primeiro e o último dígito.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number for negativo,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sumFirstAndLastDigit(252)  → 4  (2 + 2)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sumFirstAndLastDigit(257)  → 9  (2 + 7)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sumFirstAndLastDigit(5)    → 10  (5 + 5)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último dígito = number % 10; primeiro = divida por 10 em loop até &lt; 10!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de Todos os Dígitos Pares de um Inteiro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getEvenDigitSum(int number) que some apenas os dígitos pares.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number for negativo, retorne -1.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getEvenDigitSum(123456789)  → 20  (2+4+6+8)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getEvenDigitSum(252)        → 4   (2+2)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cada dígito com % 10 e / 10 em loop, some se for par (% 2 == 0).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while (number != 0) e extraia os dígitos da direita para esquerda!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Verificando Dígito Compartilhado entre Dois Números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hasSharedDigit(int a, int b) que retorne true se a e b compartilham algum dígito.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os números devem estar entre 10 e 99 (dois dígitos). Se não, retorne false.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hasSharedDigit(12, 23) → true  (compartilham o 2)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hasSharedDigit(9, 99)  → false  (9 está fora do range)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extraia os dois dígitos de cada número (dezena e unidade) e compare os 4 possíveis pares!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Avaliando o Último Dígito em Múltiplas Comparações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hasSameLastDigit(int a, int b, int c) verificando se dois dos três números têm o mesmo último dígito.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três devem estar no range 10–1000. Se não, retorne false.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hasSameLastDigit(41, 22, 71) → true  (41 e 71 terminam em 1)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hasSameLastDigit(23, 32, 42) → false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compare (a%10 == b%10) || (a%10 == c%10) || (b%10 == c%10)!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Listando Todos os Fatores de um Número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printFactors(int number) que imprima todos os fatores de number.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number &lt; 1, imprima "Invalid Value".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printFactors(6)  → 1, 2, 3, 6  (todos divisores de 6)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printFactors(12) → 1, 2, 3, 4, 6, 12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 for de 1 até number, verifique if (number % i == 0) e imprima os fatores.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só é necessário ir até number/2 e adicionar o próprio número ao final — mais eficiente!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 Variáveis Locais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escopo, quando variáveis estão acessíveis, boas práticas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Local e Escopo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local: disponível apenas no bloco onde foi declarada e nos blocos aninhados.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9105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a acessibilidade de uma variável em dado ponto do código.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66544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'Em escopo' — variável pode ser usada no bloco atual ou blocos aninhados.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542032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'Fora de escopo' — variável não mais existe; tentar usá-la causa erro de compilação.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971800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3008376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  // i declarada no init do for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3447288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483864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System.out.println(i);       // i em escopo aqui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3922776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959352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4398264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4434840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System.out.println(i);       // ❌ ERRO: i fora de escopo!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4873752"/>
            <a:ext cx="8631936" cy="418429"/>
          </a:xfrm>
          <a:prstGeom prst="rect">
            <a:avLst/>
          </a:prstGeom>
          <a:solidFill>
            <a:srgbClr val="22C55E">
              <a:alpha val="18000"/>
            </a:srgbClr>
          </a:solidFill>
          <a:ln w="762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10328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Boas práticas: declare variáveis no escopo mais estreito possível e inicialize junto com a declaração!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em if vs. switch — diferença importante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19456" y="1051560"/>
            <a:ext cx="424281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9456" y="1051560"/>
            <a:ext cx="4242816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if-else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" y="1554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{} tem seu próprio escopo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um bloco if NÃO existe no else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4688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(x) { int v = 1; }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9260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{ v++;  // ❌ ERRO!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33832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 e previsível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3840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{} para garantir o escopo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81728" y="1051560"/>
            <a:ext cx="4242816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81728" y="1051560"/>
            <a:ext cx="4242816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0789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switch (tradicional)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554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sem {} compartilham escopo do switch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0116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um case PODE vazar para outro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4688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int v = 1; // sem break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v++;  // ✅ funciona (vaza!)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adicione {} em cada case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{ int v = 1; break; }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Objetos e Campos static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fundamentais de OOP para entender o Scanner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vs. Objeto — a diferença essencial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Classe: um tipo de dado customizado — como um molde ou formulário em branco.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727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Objeto: uma INSTÂNCIA de uma classe — o formulário preenchido.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299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cria objetos com a palavra-chave new: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24414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4780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NomeDaClasse nomeVariavel = new NomeDaClasse();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" y="28986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9352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nome = new String("Java");  // ou simplesmente: String nome = "Java";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" y="34015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static: pertencem à CLASSE — compartilhados por todas as instâncias.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" y="38587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instância: pertencem a CADA OBJETO — cada objeto tem seu próprio valor.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" y="43159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static: chamados via NomeClasse.metodo() — ex: Integer.parseInt(), Math.abs()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4727448"/>
            <a:ext cx="8631936" cy="402336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764024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Integer.MIN_VALUE, Integer.MAX_VALUE, Math.PI são exemplos de campos static em classes da JDK!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Scanner, Parsing e Tratamento de Exceções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console, try-catch, Integer.parseInt, System.console()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— Convertendo String para número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lidos do usuário ou de arquivos chegam como String — precisamos converter.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9105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classes oferecem métodos static de parsing: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020824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2057400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valor = Integer.parseInt("42");    // String → int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496312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532888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preco = Double.parseDouble("9.99");// String → double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971800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008376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 big   = Long.parseLong("99999");   // String → long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" y="349300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String não for um número válido, lança NumberFormatException: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" y="3922776"/>
            <a:ext cx="8631936" cy="41842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959352"/>
            <a:ext cx="837590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Integer.parseInt("abc"); // ❌ lança NumberFormatException!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4398264"/>
            <a:ext cx="8631936" cy="418429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Sempre proteja chamadas de parsing com try-catch para evitar que o programa quebre com entrada inválida!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e Scanner — leitura segura do console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exceções + Scanner para entrada interativa do usuário: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9456" y="1444752"/>
            <a:ext cx="8705088" cy="2331720"/>
          </a:xfrm>
          <a:prstGeom prst="rect">
            <a:avLst/>
          </a:prstGeom>
          <a:solidFill>
            <a:srgbClr val="08040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1444752"/>
            <a:ext cx="109728" cy="2331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833932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java.util.Scanner;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Scanner scanner = new Scanner(System.in);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0, contagem = 0;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(contagem &lt; 5)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System.out.print("Digite o número #" + (contagem + 1) + ": 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entrada = scanner.nextLine();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numero = Integer.parseInt(entrada);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numero;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contagem++;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(NumberFormatException 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System.out.println("Número inválido! Tente novamente.");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System.out.println("Soma dos 5 números: " + total);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9456" y="3922776"/>
            <a:ext cx="8705088" cy="676656"/>
          </a:xfrm>
          <a:prstGeom prst="rect">
            <a:avLst/>
          </a:prstGeom>
          <a:solidFill>
            <a:srgbClr val="7C3AED">
              <a:alpha val="20000"/>
            </a:srgbClr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3995928"/>
            <a:ext cx="8458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System.console() é alternativa ao Scanner — retorna null em ambientes sem console (IDEs), use Scanner para maior compatibilidade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Confirmando Números Perfeitos (Soma dos Divisores)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isPerfectNumber(int number) que retorne true se number for perfeito.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perfeito: soma de seus divisores próprios (excluindo ele mesmo) = ele mesmo.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isPerfectNumber(6)   → true  (1+2+3 = 6)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isPerfectNumber(28)  → true  (1+2+4+7+14 = 28)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isPerfectNumber(5)   → false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some todos os i de 1 até number-1 onde number % i == 0, compare a soma com number!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Convertendo Dígitos em Palavras (com Casos Especiais)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getDigitDescription(int number) que retorne a descrição do número.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 para números inteiros positivos e negativos.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→ "zero" | 1 → "um" | -3 → "menos três"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→ "um dois" | -15 → "menos um cinco"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Decomponha o número dígito a dígito e converta cada um para sua palavra.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trate o sinal negativo separadamente, depois converta cada dígito com switch!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Pacotes de Farinha (Tamanhos de Balde)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loja vende farinha em baldes de 5 kg e 2 kg. Calcule a combinação mais eficiente.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getBucketCount(int qtd5kg, int qtd2kg, int kg) → número mínimo de baldes.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getBucketCount(0, 4, 3) → -1  (impossível com baldes de 2 kg)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getBucketCount(0, 3, 6) → 3   (3 baldes de 2 kg = 6 kg)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kg &lt; 0 ou qtds &lt; 0, retorne -1. Use o maior balde primeiro (5 kg), depois o menor.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baldes5 = kg / 5; resto = kg % 5; baldes2 = resto / 2; retorne -1 se resto % 2 != 0!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Interativa de Soma e Média via Entrada do Usuário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programa que leia números do usuário até que ele digite um valor inválido.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número válido, some ao total e incremente o contador.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26700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terminar, exiba: quantidade de números, soma total e média.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"Digite números (qualquer texto para parar):"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" y="35478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5844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10, 20, 30, abc → Soma: 60, Média: 20.0, Qtd: 3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try-catch com Integer.parseInt dentro de um loop infinito — break ao pegar NumberFormatException!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C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645920" cy="402336"/>
          </a:xfrm>
          <a:prstGeom prst="round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27432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57400" y="23774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de Pintura com Cálculo de Baldes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27432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17556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Baldes de tinta existem em tamanhos 2 e 5 litros. Calcule quantos baldes de cada tamanho comprar.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22128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getBucketCount(double width, double height, double areaPerBucket) → total de baldes.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334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6700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Área = width × height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8595360" cy="402336"/>
          </a:xfrm>
          <a:prstGeom prst="rect">
            <a:avLst/>
          </a:prstGeom>
          <a:solidFill>
            <a:srgbClr val="0E0619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1272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Baldes necessários = Math.ceil(area / areaPerBucket)  (sempre arredonde para cima)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0896" y="358444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algum argumento for &lt;= 0, retorne -1.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4005072"/>
            <a:ext cx="8595360" cy="402336"/>
          </a:xfrm>
          <a:prstGeom prst="rect">
            <a:avLst/>
          </a:prstGeom>
          <a:solidFill>
            <a:srgbClr val="06B6D4">
              <a:alpha val="15000"/>
            </a:srgbClr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8357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(int) Math.ceil() para obter o número inteiro de baldes necessários — nunca economize em tinta!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0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55280" y="0"/>
            <a:ext cx="1188720" cy="5143500"/>
          </a:xfrm>
          <a:prstGeom prst="rect">
            <a:avLst/>
          </a:prstGeom>
          <a:solidFill>
            <a:srgbClr val="7C3AED">
              <a:alpha val="8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903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 e Desafios Finais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Debugger, Soma Dígitos, Min/Max com Scanner, Primos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Debugger — Ferramenta Essencial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Debugger do IntelliJ permite inspecionar o código linha por linha em execução.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9105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Breakpoint: clique na margem esquerda da linha para adicionar um ponto de parada.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66544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Over (F8): executa a linha atual e vai para a próxima.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542032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Into (F7): entra dentro do método chamado na linha atual.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3017520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(Shift+F8): sai do método atual e volta para o chamador.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" y="3493008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Watches: monitore o valor de variáveis específicas durante a execução.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" y="3968496"/>
            <a:ext cx="8503920" cy="404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(F9): continua a execução até o próximo breakpoint.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4398264"/>
            <a:ext cx="8631936" cy="418429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34840"/>
            <a:ext cx="8412480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 o Debugger para entender o loop — veja o valor de variáveis mudando a cada iteração. É a melhor forma de aprender fluxo de controle!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Soma dos Dígitos — Algoritmo detalhado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para somar os dígitos de um número inteiro positivo: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727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Pegue o último dígito: number % 10 → adicione a sum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" y="20299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Remova o último dígito: number = number / 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" y="2487168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Repita até number &lt; 10 (dígito único) — adicione o último dígito à sum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8986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9352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Exemplo: 1234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33558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3924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1234 % 10 = 4  → sum=4,  number=123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38130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8496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123  % 10 = 3  → sum=7,  number=12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42702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43068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 % 10 = 2  → sum=9,  number=1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4727448"/>
            <a:ext cx="8631936" cy="402336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4764024"/>
            <a:ext cx="837590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break (number &lt; 10): sum = 9 + 1 = 10 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" y="5184648"/>
            <a:ext cx="8631936" cy="402336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5221224"/>
            <a:ext cx="8412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 passado número negativo, retorne -1 imediatamente. Número de dígito único: retorne o próprio número!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Min e Max via Scanner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infinito que lê números do usuário e rastreia o mínimo e máximo.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36192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combina: while(true), try-catch, Scanner e controle de estado.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911096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947672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min = Double.MAX_VALUE, max = Double.MIN_VALUE;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331720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368296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(true) {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752344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788920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System.out.print("Digite um número (outro valor para sair): ");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3172968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209544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entrada = scanner.nextLine();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3593592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630168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4014216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4050792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double num = Double.parseDouble(entrada);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" y="4434840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471416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(num &lt; min) min = num;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6032" y="4855464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4892040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(num &gt; max) max = num;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6032" y="5276088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5312664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(NumberFormatException e) { break; 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6032" y="5696712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5733288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6032" y="6117336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6153912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(min != Double.MAX_VALUE) System.out.println("Min: " + min + " Max: " + max);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49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Números Primos com for e isPrime()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10896" y="1115568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número primo é divisível apenas por 1 e por ele mesmo.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536192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b="1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isPrime(int n): retorna true se n for primo.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911096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947672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boolean isPrime(int n) {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" y="2331720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2368296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&lt; 2) return false;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2752344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788920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2; i &lt;= Math.sqrt(n); i++) {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3172968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3209544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(n % i == 0) return false;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" y="3593592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630168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6032" y="4014216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4050792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true;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" y="4434840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4471416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0896" y="4901184"/>
            <a:ext cx="8503920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 </a:t>
            </a:r>
            <a:pPr indent="0" marL="0">
              <a:buNone/>
            </a:pPr>
            <a:r>
              <a:rPr lang="en-US" sz="135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For: encontre os 3 primeiros primos no range 1-1000: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" y="5276088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5312664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0;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6032" y="5696712"/>
            <a:ext cx="8631936" cy="370149"/>
          </a:xfrm>
          <a:prstGeom prst="rect">
            <a:avLst/>
          </a:prstGeom>
          <a:solidFill>
            <a:srgbClr val="0E0619"/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5733288"/>
            <a:ext cx="8375904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n = 1; n &lt;= 1000; n++) { if (isPrime(n)) { count++; if (count == 3) break; } }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6032" y="6117336"/>
            <a:ext cx="8631936" cy="370149"/>
          </a:xfrm>
          <a:prstGeom prst="rect">
            <a:avLst/>
          </a:prstGeom>
          <a:solidFill>
            <a:srgbClr val="7C3AED">
              <a:alpha val="18000"/>
            </a:srgbClr>
          </a:solidFill>
          <a:ln w="762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153912"/>
            <a:ext cx="8412480" cy="34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0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Verificar até Math.sqrt(n) é muito mais eficiente que até n — reduz iterações drasticamente!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2091E"/>
          </a:solidFill>
          <a:ln w="12700">
            <a:solidFill>
              <a:srgbClr val="1209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3776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2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0"/>
            <a:ext cx="1463040" cy="5143500"/>
          </a:xfrm>
          <a:prstGeom prst="rect">
            <a:avLst/>
          </a:prstGeom>
          <a:solidFill>
            <a:srgbClr val="7C3AED">
              <a:alpha val="7000"/>
            </a:srgbClr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29184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Final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8778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Fluxo &amp; Exercícios — o que você aprendeu: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" y="1435608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9903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use enhanced (-&gt;)  para código novo; traditional (:) para retrocompatibilidade; yield em blocos {}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911096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74520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3 partes (init; condição; incremento); break sai do loop; continue pula a iteração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2386584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50008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verifica antes de executar (0+ vezes); do-while executa primeiro (1+ vezes)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2862072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Escopo: variável existe apenas no bloco onde foi declarada e nos blocos aninhados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3337560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00984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= molde; Objeto = instância criada com new; static = da classe; instance = do objeto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3813048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76472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lê entrada do console; Integer.parseInt converte String; try-catch captura NumberFormatException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" y="4288536"/>
            <a:ext cx="64008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51960"/>
            <a:ext cx="8092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exercícios de código cobrem: dígitos, loops, primos, palíndromos, MDC, pintura, farinha e mais!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0E2E"/>
          </a:solidFill>
          <a:ln w="12700">
            <a:solidFill>
              <a:srgbClr val="1A0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Java Masterclass — Controle de Fluxo em Java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de Fluxo em Java</dc:title>
  <dc:subject>PptxGenJS Presentation</dc:subject>
  <dc:creator>Java Masterclass</dc:creator>
  <cp:lastModifiedBy>Java Masterclass</cp:lastModifiedBy>
  <cp:revision>1</cp:revision>
  <dcterms:created xsi:type="dcterms:W3CDTF">2026-04-21T14:30:17Z</dcterms:created>
  <dcterms:modified xsi:type="dcterms:W3CDTF">2026-04-21T14:30:17Z</dcterms:modified>
</cp:coreProperties>
</file>